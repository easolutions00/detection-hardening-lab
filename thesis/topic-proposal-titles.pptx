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54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89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a:t>
            </a:r>
          </a:p>
          <a:p>
            <a:r>
              <a:t>"Good afternoon. I have three proposed titles. All three are in cybersecurity, in the area of detecting attacks. I will describe each one in about a minute, in plain terms, so the panel can choose which one I take forward."</a:t>
            </a:r>
          </a:p>
          <a:p>
            <a:endParaRPr/>
          </a:p>
          <a:p>
            <a:r>
              <a:t>1. HARDENING-INDUCED BLIND SPOTS (about 60 seconds)</a:t>
            </a:r>
          </a:p>
          <a:p>
            <a:r>
              <a:t>Every computer keeps a logbook. Whenever something happens, it writes it down. A security team reads that logbook to spot an attacker.</a:t>
            </a:r>
          </a:p>
          <a:p>
            <a:r>
              <a:t>Part of security work is called hardening. It means turning off risky features so the computer is safer. It is like closing the doors and windows you never use.</a:t>
            </a:r>
          </a:p>
          <a:p>
            <a:r>
              <a:t>The problem: some of those same settings also control what the computer writes in its logbook. So when you close one of those doors, the computer quietly stops recording certain things. The alarm is still switched on, and on paper it still looks like it is working, but it can no longer see anything. No error appears. Nobody is told. They find out only after a break-in.</a:t>
            </a:r>
          </a:p>
          <a:p>
            <a:r>
              <a:t>My system catches that at the moment it happens. It records what the computer writes, applies the security setting, records again under the same conditions, compares the two, and reports exactly what stopped being recorded. Then it tells you which alarms went blind and which attacks you can no longer see.</a:t>
            </a:r>
          </a:p>
          <a:p>
            <a:r>
              <a:t>HOW I BUILD IT: a Python program that runs a small laboratory of two virtual machines on my own computer, using free open-source security software. I have already checked that my computer can run it and the setup files are downloaded. Building the laboratory is the first two weeks of my schedule. (DO NOT say the laboratory is already built. It is not. Only the readiness checks are done.)</a:t>
            </a:r>
          </a:p>
          <a:p>
            <a:r>
              <a:t>HOW IT IS USED: before a company applies a security setting, it runs this and gets a simple report. This change is safe, or this change just blinded these three alarms.</a:t>
            </a:r>
          </a:p>
          <a:p>
            <a:endParaRPr/>
          </a:p>
          <a:p>
            <a:r>
              <a:t>2. SEVERITY INVERSION IN THE WAZUH RULESET (about 40 seconds)</a:t>
            </a:r>
          </a:p>
          <a:p>
            <a:r>
              <a:t>Security monitoring software works from a list of rules. Each rule has an urgency number. A low number is filed quietly. A high number wakes somebody up at night.</a:t>
            </a:r>
          </a:p>
          <a:p>
            <a:r>
              <a:t>The rules are connected to each other, like a family tree. But the urgency numbers are typed in by hand, one rule at a time, by different people over many years, and nobody can see the whole tree. So sometimes a serious alert gets a low number and nobody ever reads it.</a:t>
            </a:r>
          </a:p>
          <a:p>
            <a:r>
              <a:t>This tool reads all the rules, draws the family tree, checks whether each urgency number makes sense compared to the rules above and below it, and lists the ones that look wrong, worst first.</a:t>
            </a:r>
          </a:p>
          <a:p>
            <a:r>
              <a:t>HOW I BUILD IT: a Python program that reads the rule files. No laboratory, no special hardware. It runs on a laptop.</a:t>
            </a:r>
          </a:p>
          <a:p>
            <a:r>
              <a:t>HOW IT IS USED: the software maker or a company runs it on their rule list and corrects the wrong numbers before an important alert gets missed.</a:t>
            </a:r>
          </a:p>
          <a:p>
            <a:endParaRPr/>
          </a:p>
          <a:p>
            <a:r>
              <a:t>3. ANALYTIC-ROBUSTNESS SCORING (about 40 seconds)</a:t>
            </a:r>
          </a:p>
          <a:p>
            <a:r>
              <a:t>Security rules work by looking for clues. Some clues are very easy for an attacker to change. A file name, for example. Rename the file and the rule is useless. Other clues are hard to change, such as how the program actually behaves.</a:t>
            </a:r>
          </a:p>
          <a:p>
            <a:r>
              <a:t>Today companies count how many attacks they can detect. They do not measure how easy it is to fool each detection. So the report looks better than the reality.</a:t>
            </a:r>
          </a:p>
          <a:p>
            <a:r>
              <a:t>This tool reads each rule, works out which clue it depends on, and scores how hard that clue is to change. Then it tells the engineer which rules are weak and which stronger clue to use instead.</a:t>
            </a:r>
          </a:p>
          <a:p>
            <a:r>
              <a:t>HOW I BUILD IT: a Python program that reads rule files. No laboratory. It runs on a laptop.</a:t>
            </a:r>
          </a:p>
          <a:p>
            <a:r>
              <a:t>HOW IT IS USED: an engineer runs it on the whole rule library and gets a list of weak rules with suggested fixes.</a:t>
            </a:r>
          </a:p>
          <a:p>
            <a:endParaRPr/>
          </a:p>
          <a:p>
            <a:r>
              <a:t>CLOSING</a:t>
            </a:r>
          </a:p>
          <a:p>
            <a:r>
              <a:t>"Those are the three. All three are software I will build and test myself, using free tools, at no cost. I am ready to take whichever the panel prefers."</a:t>
            </a:r>
          </a:p>
          <a:p>
            <a:r>
              <a:t>Then stop. Do not fill the silence.</a:t>
            </a:r>
          </a:p>
          <a:p>
            <a:endParaRPr/>
          </a:p>
          <a:p>
            <a:r>
              <a:t>IF ASKED WHICH YOU PREFER (one sentence, then stop)</a:t>
            </a:r>
          </a:p>
          <a:p>
            <a:r>
              <a:t>"The first one. It is the only one of the three that produces new measurements rather than analyzing files that already exist, and I have already verified that my computer can run the laboratory it needs."</a:t>
            </a:r>
          </a:p>
          <a:p>
            <a:endParaRPr/>
          </a:p>
          <a:p>
            <a:r>
              <a:t>DO NOT SAY TOMORROW: chi-square, Poisson, variance, coefficient of variation, telemetry, SIEM, topological ordering. Do not raise the hardening-catalogue correction. Mention the title 3 reference-data problem only if the panel starts leaning toward title 3.</a:t>
            </a:r>
          </a:p>
          <a:p>
            <a:endParaRPr/>
          </a:p>
          <a:p>
            <a:r>
              <a:t>--- OLD TECHNICAL NOTES BELOW, NOT FOR TOMORROW ---</a:t>
            </a:r>
          </a:p>
          <a:p>
            <a:r>
              <a:t>Opening: I have three candidate titles. I will describe each one in about thirty seconds, then the panel can pick the one I discuss in full.</a:t>
            </a:r>
          </a:p>
          <a:p>
            <a:endParaRPr/>
          </a:p>
          <a:p>
            <a:r>
              <a:t>1. HARDENING-INDUCED BLIND SPOTS (my primary choice)</a:t>
            </a:r>
          </a:p>
          <a:p>
            <a:r>
              <a:t>You harden a Windows machine to make it safer. Hardening changes configuration, and configuration decides which events the machine writes to its logs. So a hardening change can silently delete the evidence a detection rule depends on. The rule stays enabled and still looks green on the coverage report, but it can no longer fire. Nothing errors out. Nobody finds out until an incident. This system captures the event stream before and after each hardening change, aligns the two streams, and reports which event types the change removed. It needs the full lab: 16 changes, 101 capture runs.</a:t>
            </a:r>
          </a:p>
          <a:p>
            <a:endParaRPr/>
          </a:p>
          <a:p>
            <a:r>
              <a:t>2. ANALYTIC-ROBUSTNESS SCORING</a:t>
            </a:r>
          </a:p>
          <a:p>
            <a:r>
              <a:t>Coverage asks "is this technique detected at all." Robustness asks "how hard is it for the attacker to evade that detection." A rule keyed to a file name breaks when the attacker renames the file. A rule keyed to process behavior survives. Coverage reports count both as one detection, so they overstate how well defended you are. This scores thousands of Sigma and Wazuh rules automatically, offline, using the Summiting the Pyramid method. One honest note on this title: the plan was to check the scores against hand-made annotations that already exist in the Sigma project, but I verified on 19 August that only 6 of 3,783 Sigma rules carry that annotation, so that validation step needs redesign before this title proceeds.</a:t>
            </a:r>
          </a:p>
          <a:p>
            <a:endParaRPr/>
          </a:p>
          <a:p>
            <a:r>
              <a:t>3. SEVERITY INVERSION IN THE WAZUH RULESET</a:t>
            </a:r>
          </a:p>
          <a:p>
            <a:r>
              <a:t>A Wazuh rule can declare a parent rule, so the ruleset is a graph, not a list. Severity levels are assigned by hand, one rule at a time, by people who cannot see the whole graph. A child rule can end up at a severity that makes no sense given its ancestors, so a serious alert never gets escalated to a human. This builds the parent-child graph, checks it for ordering violations, and reports every rule whose severity is inconsistent. Static analysis only, no lab needed.</a:t>
            </a:r>
          </a:p>
          <a:p>
            <a:endParaRPr/>
          </a:p>
          <a:p>
            <a:r>
              <a:t>Closing: which one should I present in full?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C43"/>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7315200" cy="274320"/>
          </a:xfrm>
          <a:prstGeom prst="rect">
            <a:avLst/>
          </a:prstGeom>
          <a:noFill/>
        </p:spPr>
        <p:txBody>
          <a:bodyPr wrap="square" lIns="0" tIns="0" rIns="0" bIns="0" anchor="t">
            <a:spAutoFit/>
          </a:bodyPr>
          <a:lstStyle/>
          <a:p>
            <a:pPr algn="l"/>
            <a:r>
              <a:rPr sz="1300" b="1" spc="300">
                <a:solidFill>
                  <a:srgbClr val="CADCFC"/>
                </a:solidFill>
                <a:latin typeface="Calibri"/>
              </a:rPr>
              <a:t>TOPIC PROPOSAL</a:t>
            </a:r>
          </a:p>
        </p:txBody>
      </p:sp>
      <p:sp>
        <p:nvSpPr>
          <p:cNvPr id="3" name="TextBox 2"/>
          <p:cNvSpPr txBox="1"/>
          <p:nvPr/>
        </p:nvSpPr>
        <p:spPr>
          <a:xfrm>
            <a:off x="548640" y="658368"/>
            <a:ext cx="8686800" cy="640080"/>
          </a:xfrm>
          <a:prstGeom prst="rect">
            <a:avLst/>
          </a:prstGeom>
          <a:noFill/>
        </p:spPr>
        <p:txBody>
          <a:bodyPr wrap="square" lIns="0" tIns="0" rIns="0" bIns="0" anchor="t">
            <a:spAutoFit/>
          </a:bodyPr>
          <a:lstStyle/>
          <a:p>
            <a:pPr algn="l"/>
            <a:r>
              <a:rPr sz="4000" b="1">
                <a:solidFill>
                  <a:srgbClr val="FFFFFF"/>
                </a:solidFill>
                <a:latin typeface="Cambria"/>
              </a:rPr>
              <a:t>Three Candidate Titles</a:t>
            </a:r>
          </a:p>
        </p:txBody>
      </p:sp>
      <p:sp>
        <p:nvSpPr>
          <p:cNvPr id="4" name="TextBox 3"/>
          <p:cNvSpPr txBox="1"/>
          <p:nvPr/>
        </p:nvSpPr>
        <p:spPr>
          <a:xfrm>
            <a:off x="548640" y="1325880"/>
            <a:ext cx="8686800" cy="274320"/>
          </a:xfrm>
          <a:prstGeom prst="rect">
            <a:avLst/>
          </a:prstGeom>
          <a:noFill/>
        </p:spPr>
        <p:txBody>
          <a:bodyPr wrap="square" lIns="0" tIns="0" rIns="0" bIns="0" anchor="t">
            <a:spAutoFit/>
          </a:bodyPr>
          <a:lstStyle/>
          <a:p>
            <a:pPr algn="l"/>
            <a:r>
              <a:rPr sz="1300" b="0">
                <a:solidFill>
                  <a:srgbClr val="9FAEDC"/>
                </a:solidFill>
                <a:latin typeface="Calibri"/>
              </a:rPr>
              <a:t>Elijah Amorsolo   |   BS Computer Science   |   Detection Engineering</a:t>
            </a:r>
          </a:p>
        </p:txBody>
      </p:sp>
      <p:sp>
        <p:nvSpPr>
          <p:cNvPr id="5" name="Rounded Rectangle 4"/>
          <p:cNvSpPr/>
          <p:nvPr/>
        </p:nvSpPr>
        <p:spPr>
          <a:xfrm>
            <a:off x="548640" y="2240280"/>
            <a:ext cx="11091672" cy="1143000"/>
          </a:xfrm>
          <a:prstGeom prst="roundRect">
            <a:avLst>
              <a:gd name="adj" fmla="val 6000"/>
            </a:avLst>
          </a:prstGeom>
          <a:solidFill>
            <a:srgbClr val="23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68680" y="2528316"/>
            <a:ext cx="566928" cy="5669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41C43"/>
                </a:solidFill>
                <a:latin typeface="Cambria"/>
              </a:rPr>
              <a:t>1</a:t>
            </a:r>
          </a:p>
        </p:txBody>
      </p:sp>
      <p:sp>
        <p:nvSpPr>
          <p:cNvPr id="8" name="TextBox 7"/>
          <p:cNvSpPr txBox="1"/>
          <p:nvPr/>
        </p:nvSpPr>
        <p:spPr>
          <a:xfrm>
            <a:off x="1630680" y="2560320"/>
            <a:ext cx="10009632" cy="594137"/>
          </a:xfrm>
          <a:prstGeom prst="rect">
            <a:avLst/>
          </a:prstGeom>
          <a:noFill/>
        </p:spPr>
        <p:txBody>
          <a:bodyPr wrap="square" lIns="0" tIns="0" rIns="0" bIns="0" anchor="t">
            <a:spAutoFit/>
          </a:bodyPr>
          <a:lstStyle/>
          <a:p>
            <a:pPr algn="l">
              <a:lnSpc>
                <a:spcPct val="110000"/>
              </a:lnSpc>
            </a:pPr>
            <a:r>
              <a:rPr b="1" dirty="0">
                <a:solidFill>
                  <a:srgbClr val="E4E9F7"/>
                </a:solidFill>
                <a:latin typeface="Calibri"/>
              </a:rPr>
              <a:t>Detection of Hardening-Induced Blind Spots via Differential Sequence Alignment of Pre- and Post-Change Security Event Streams</a:t>
            </a:r>
          </a:p>
        </p:txBody>
      </p:sp>
      <p:sp>
        <p:nvSpPr>
          <p:cNvPr id="9" name="Rounded Rectangle 8"/>
          <p:cNvSpPr/>
          <p:nvPr/>
        </p:nvSpPr>
        <p:spPr>
          <a:xfrm>
            <a:off x="548640" y="3675888"/>
            <a:ext cx="11091672" cy="1143000"/>
          </a:xfrm>
          <a:prstGeom prst="roundRect">
            <a:avLst>
              <a:gd name="adj" fmla="val 6000"/>
            </a:avLst>
          </a:prstGeom>
          <a:solidFill>
            <a:srgbClr val="23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868680" y="3963924"/>
            <a:ext cx="566928" cy="5669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41C43"/>
                </a:solidFill>
                <a:latin typeface="Cambria"/>
              </a:rPr>
              <a:t>2</a:t>
            </a:r>
          </a:p>
        </p:txBody>
      </p:sp>
      <p:sp>
        <p:nvSpPr>
          <p:cNvPr id="12" name="TextBox 11"/>
          <p:cNvSpPr txBox="1"/>
          <p:nvPr/>
        </p:nvSpPr>
        <p:spPr>
          <a:xfrm>
            <a:off x="1630680" y="3924523"/>
            <a:ext cx="10009632" cy="594137"/>
          </a:xfrm>
          <a:prstGeom prst="rect">
            <a:avLst/>
          </a:prstGeom>
          <a:noFill/>
        </p:spPr>
        <p:txBody>
          <a:bodyPr wrap="square" lIns="0" tIns="0" rIns="0" bIns="0" anchor="t">
            <a:spAutoFit/>
          </a:bodyPr>
          <a:lstStyle/>
          <a:p>
            <a:pPr algn="l">
              <a:lnSpc>
                <a:spcPct val="110000"/>
              </a:lnSpc>
            </a:pPr>
            <a:r>
              <a:rPr b="1" dirty="0">
                <a:solidFill>
                  <a:srgbClr val="E4E9F7"/>
                </a:solidFill>
                <a:latin typeface="Calibri"/>
              </a:rPr>
              <a:t>Automated Analytic-Robustness Scoring of Sigma and </a:t>
            </a:r>
            <a:r>
              <a:rPr b="1" dirty="0" err="1">
                <a:solidFill>
                  <a:srgbClr val="E4E9F7"/>
                </a:solidFill>
                <a:latin typeface="Calibri"/>
              </a:rPr>
              <a:t>Wazuh</a:t>
            </a:r>
            <a:r>
              <a:rPr b="1" dirty="0">
                <a:solidFill>
                  <a:srgbClr val="E4E9F7"/>
                </a:solidFill>
                <a:latin typeface="Calibri"/>
              </a:rPr>
              <a:t> Detection Rules Using a Rule-Feature Dependency Model Based on the Summiting the Pyramid Methodology</a:t>
            </a:r>
          </a:p>
        </p:txBody>
      </p:sp>
      <p:sp>
        <p:nvSpPr>
          <p:cNvPr id="13" name="Rounded Rectangle 12"/>
          <p:cNvSpPr/>
          <p:nvPr/>
        </p:nvSpPr>
        <p:spPr>
          <a:xfrm>
            <a:off x="548640" y="5111496"/>
            <a:ext cx="11091672" cy="1143000"/>
          </a:xfrm>
          <a:prstGeom prst="roundRect">
            <a:avLst>
              <a:gd name="adj" fmla="val 6000"/>
            </a:avLst>
          </a:prstGeom>
          <a:solidFill>
            <a:srgbClr val="23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4" name="Oval 13"/>
          <p:cNvSpPr/>
          <p:nvPr/>
        </p:nvSpPr>
        <p:spPr>
          <a:xfrm>
            <a:off x="868680" y="5399532"/>
            <a:ext cx="566928" cy="5669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41C43"/>
                </a:solidFill>
                <a:latin typeface="Cambria"/>
              </a:rPr>
              <a:t>3</a:t>
            </a:r>
          </a:p>
        </p:txBody>
      </p:sp>
      <p:sp>
        <p:nvSpPr>
          <p:cNvPr id="16" name="TextBox 15"/>
          <p:cNvSpPr txBox="1"/>
          <p:nvPr/>
        </p:nvSpPr>
        <p:spPr>
          <a:xfrm>
            <a:off x="1618488" y="5349240"/>
            <a:ext cx="9692640" cy="603504"/>
          </a:xfrm>
          <a:prstGeom prst="rect">
            <a:avLst/>
          </a:prstGeom>
          <a:noFill/>
        </p:spPr>
        <p:txBody>
          <a:bodyPr wrap="square" lIns="0" tIns="0" rIns="0" bIns="0" anchor="t">
            <a:spAutoFit/>
          </a:bodyPr>
          <a:lstStyle/>
          <a:p>
            <a:pPr algn="l">
              <a:lnSpc>
                <a:spcPct val="110000"/>
              </a:lnSpc>
            </a:pPr>
            <a:r>
              <a:rPr b="1" dirty="0">
                <a:solidFill>
                  <a:srgbClr val="E4E9F7"/>
                </a:solidFill>
                <a:latin typeface="Calibri"/>
              </a:rPr>
              <a:t>Automated Detection of Severity Inversion in the </a:t>
            </a:r>
            <a:r>
              <a:rPr b="1" dirty="0" err="1">
                <a:solidFill>
                  <a:srgbClr val="E4E9F7"/>
                </a:solidFill>
                <a:latin typeface="Calibri"/>
              </a:rPr>
              <a:t>Wazuh</a:t>
            </a:r>
            <a:r>
              <a:rPr b="1" dirty="0">
                <a:solidFill>
                  <a:srgbClr val="E4E9F7"/>
                </a:solidFill>
                <a:latin typeface="Calibri"/>
              </a:rPr>
              <a:t> Default Ruleset Using Parent-Child Dependency-Graph Analysis and Topological Consistency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1379</Words>
  <Application>Microsoft Office PowerPoint</Application>
  <PresentationFormat>Widescreen</PresentationFormat>
  <Paragraphs>56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Elijah Amorsolo</cp:lastModifiedBy>
  <cp:revision>2</cp:revision>
  <dcterms:created xsi:type="dcterms:W3CDTF">2013-01-27T09:14:16Z</dcterms:created>
  <dcterms:modified xsi:type="dcterms:W3CDTF">2026-08-25T07:46:09Z</dcterms:modified>
  <cp:category/>
</cp:coreProperties>
</file>